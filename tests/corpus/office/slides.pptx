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FileX PPTX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make_corpus.py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Jane Example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